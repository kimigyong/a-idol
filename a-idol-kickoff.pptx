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3840480"/>
            <a:ext cx="2743200" cy="2743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Idol Fandom Platform — Project Kickoff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온리 · Clean Architecture · React Native + NestJS + PostgreSQL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5669280" cy="12801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Kim (gray.kim@amoeba.group)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2026-04-20 → 2026-08-29 (19 weeks)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(MVP scope)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다룰 내용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A-idol?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정의와 기회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91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Scope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/ Phase 2 경계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4대 영역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697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34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+ 기술 스택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77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핵심 엔티티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840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977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마일스톤과 WBS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20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46304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KPIs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리스크와 성공지표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983480"/>
            <a:ext cx="557784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120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31520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1520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2주 액션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A-idol?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팬덤 경험을 하나의 앱으로 통합한다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1887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분산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프로필, 팬클럽, 굿즈, 투표가 파편화되어 팬 경험이 끊어진다.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94960" cy="11887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73152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리텐션 부족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팬-아이돌 인터랙션이 일방향(뷰잉 중심)에 그쳐 재방문 동기가 낮다.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394960" cy="11887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297680"/>
            <a:ext cx="73152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89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 어려움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공식/비공식 이벤트 분리로 플랫폼이 IP 수익을 온전히 확보하지 못한다.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30352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99명의 AI 아이돌 IP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통일된 세계관, 지속 콘텐츠 공급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덕질 풀사이클 In-App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프로필 → 팬클럽 → 채팅 → 포토카드 → 투표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리텐션 포맷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10차 예선 + 결선의 장기 오디션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vs Phase 2 경계 — 무엇을 만들고 무엇을 미루는가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5778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910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(MVP)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앱 (iOS 14+, Android 10+)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CMS (관리자 전용 · PC 최신 2 버전)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아이돌 프로필 / 좋아요 / 팔로우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팬클럽 · 1:1 채팅 (쿠폰 기반)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포토카드 랜덤 구매 + 인스타 공유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오디션 예선 1~3차 + 온라인 투표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+ PostgreSQL + Redis + S3/CDN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5778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557784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910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(Phase 2+)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스트리밍 / 화상 팬미팅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팬아트, 팬 간 1:1 채팅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 / 블록체인 포토카드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결제 / 다국어 동시 출시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결선 10차 전체, 문자투표 연동 본구현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AI 아이돌 자율 응답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핵심 기능 영역 · 모두 P0 MVP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Idol Profile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AI 아이돌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열람 / 좋아요 / 팔로우 / 홈 피드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FR-003 ~ FR-005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783080"/>
            <a:ext cx="731520" cy="7315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Club + Chat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아이돌 대화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팬클럽 · 1일 5회 쿠폰 · 자동 메시지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FR-006 ~ FR-009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6908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45920" y="4023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 + Vote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10차 예선 + 결선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투표권 구매 · 가중치 합산 · 순위 공개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5532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532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FR-013 ~ FR-016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84048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40690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498080" y="4023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Card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9808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수집 + 공유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1세트 12종 중 랜덤 1장 · 인스타 공유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5532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5532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FR-010 ~ FR-012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· Mobile-first · Polyrepo 내 모노레포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754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(도메인 엔티티)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754880" cy="5943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 (애플리케이션 규칙)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754880" cy="594360"/>
          </a:xfrm>
          <a:prstGeom prst="rect">
            <a:avLst/>
          </a:prstGeom>
          <a:solidFill>
            <a:srgbClr val="4F5BAA"/>
          </a:solidFill>
          <a:ln w="12700">
            <a:solidFill>
              <a:srgbClr val="4F5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4754880" cy="594360"/>
          </a:xfrm>
          <a:prstGeom prst="rect">
            <a:avLst/>
          </a:prstGeom>
          <a:solidFill>
            <a:srgbClr val="8B93D8"/>
          </a:solidFill>
          <a:ln w="12700">
            <a:solidFill>
              <a:srgbClr val="8B9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23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/ Frameworks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방향 ↓   바깥 → 안 (의존성 규칙)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196596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8040" y="1965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0.74 · TS strict · Reanimated · MMKV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246888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24688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· shadcn/ui · Tailwind · react-hook-form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2971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10 · Prisma 5 · class-validator · Passport JWT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47472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3474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WS gateway · Redis pub/sub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97764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78040" y="3977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 (auto-messages, push, aggregation)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448056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44805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· Redis 7 · S3 + CloudFront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4983480"/>
            <a:ext cx="5943600" cy="4572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4983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ECS Fargate (TBD) · GitHub Actions · Datadog/Sentry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· 주요 엔티티와 관계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8346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HEARTS / FOLLOWS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FAN_CLUBS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CHAT_ROOMS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63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CHAT_MESSAGES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663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CHAT_COUPONS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8346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AUDITIONS/ROUNDS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749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VOTES / TICKETS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75520" y="28346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/ RECEIPTS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75520" y="37490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PHOTO_CARD_SETS / USER_CARDS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75520" y="4663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4663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/ PUSH_TOKENS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5577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5577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AUDIT_LOGS / ADMIN_USERS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파티셔닝: chat_messages · votes (월별)    ·    금액: NUMERIC(14,2) KRW    ·    UUID v7 PK    ·    TIMESTAMPTZ UTC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19주 · 5 마일스톤 · 2주 스프린트 9회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8526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4206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11053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6733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73579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9259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36105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785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98632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4312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61158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6838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23684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9364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986211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1891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48737" y="1691640"/>
            <a:ext cx="0" cy="914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74417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103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2157984"/>
            <a:ext cx="962526" cy="301752"/>
          </a:xfrm>
          <a:prstGeom prst="roundRect">
            <a:avLst>
              <a:gd name="adj" fmla="val 1515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4246" y="2103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&amp; Fandom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8526" y="2660904"/>
            <a:ext cx="1925053" cy="301752"/>
          </a:xfrm>
          <a:prstGeom prst="roundRect">
            <a:avLst>
              <a:gd name="adj" fmla="val 1515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9299" y="2606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Shop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73579" y="3163824"/>
            <a:ext cx="2406316" cy="301752"/>
          </a:xfrm>
          <a:prstGeom prst="roundRect">
            <a:avLst>
              <a:gd name="adj" fmla="val 1515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5615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611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79895" y="3666744"/>
            <a:ext cx="1925053" cy="301752"/>
          </a:xfrm>
          <a:prstGeom prst="roundRect">
            <a:avLst>
              <a:gd name="adj" fmla="val 1515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0667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08/01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114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4114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+ GA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504947" y="4169664"/>
            <a:ext cx="1925053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7572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08/29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411712" y="1828800"/>
            <a:ext cx="0" cy="288036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0314432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2026-08-29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394960"/>
            <a:ext cx="34747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53949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4800" dirty="0"/>
          </a:p>
        </p:txBody>
      </p:sp>
      <p:sp>
        <p:nvSpPr>
          <p:cNvPr id="48" name="Text 46"/>
          <p:cNvSpPr/>
          <p:nvPr/>
        </p:nvSpPr>
        <p:spPr>
          <a:xfrm>
            <a:off x="1737360" y="5394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person-days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development effort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206240" y="5394960"/>
            <a:ext cx="3474720" cy="10972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0" name="Text 48"/>
          <p:cNvSpPr/>
          <p:nvPr/>
        </p:nvSpPr>
        <p:spPr>
          <a:xfrm>
            <a:off x="4206240" y="53949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5394960" y="5394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/ BE 2 / Mob 2 / CMS / QA / DevOps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863840" y="5394960"/>
            <a:ext cx="3749040" cy="10972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3" name="Text 51"/>
          <p:cNvSpPr/>
          <p:nvPr/>
        </p:nvSpPr>
        <p:spPr>
          <a:xfrm>
            <a:off x="7863840" y="5394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9235440" y="5394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target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 deadline peak load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초기부터 조준해야 할 7가지 리스크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640080"/>
                <a:gridCol w="640080"/>
                <a:gridCol w="5760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store / Play 심사 지연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2주 전 사전 심사, 정책 문서 선제 작성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오디션 마감 트래픽 폭주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counter + BullMQ 집계 + 파티셔닝, W16 부하테스트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결제 영수증 위조/재사용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receipts UNIQUE + 서버 검증 + Idempotency-Key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아이돌 응답 품질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템플릿 풀, Phase 2 LLM 전환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99명 초기 시딩 지연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소속사 콘텐츠 계약 조기 체결 + 샘플 데이터 병행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 버전 호환성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 고정, 업그레이드는 스프린트 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문자투표 외주 미확정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스텁, 결선 전 연동 확정 (ADR-004)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(T+3 months)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가능한 목표로 프로덕트 진화 방향을 정한다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20574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활성 사용자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57600" cy="20574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37360"/>
            <a:ext cx="73152" cy="2057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D30 Retention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 재방문율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57600" cy="20574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37360"/>
            <a:ext cx="73152" cy="2057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5496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Club CVR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/ 로그인 유저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57600" cy="20574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73152" cy="2057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 참여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577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투표자 / MAU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4023360"/>
            <a:ext cx="3657600" cy="20574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4023360"/>
            <a:ext cx="73152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₩15k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46634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ARPPU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5577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결제자 평균 / 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4023360"/>
            <a:ext cx="3657600" cy="20574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023360"/>
            <a:ext cx="73152" cy="2057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85496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Crash-free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9640" y="5577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기준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2 Weeks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킥오프 직후 해야 할 일 — W1 ~ W2 Setup Phase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+ CI/CD 파이프라인 + ECS skeleton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 – 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0" y="173736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T-001, T-007, T-008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64240" cy="6858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317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skeleton + Prisma + Identity 모듈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21 – 29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251460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T-003, T-004, T-009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064240" cy="6858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089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 scaffolding + 인증 화면 + Keychain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21 – May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0" y="32918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T-005, T-010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6858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862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71600" y="3959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4251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Vite/React shell + RBAC 베이스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3886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21 – May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0" y="406908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4069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T-006, T-011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11064240" cy="6858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663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371600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+ Content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소속사 계약 + 99명 시드 데이터 수집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4663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21 – May 22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01200" y="484632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0" y="4846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T-028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F7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4406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371600" y="5513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71600" y="5806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환경 + CI 유닛 테스트 품질 기준 수립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5440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24 – May 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01200" y="562356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5623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T-007 연계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 · Kickoff v1.0 · 2026-04-18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it.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Traceability: FR → FN → Screen/Sequence/ERD → WBS Task → TC/ITC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10789920" cy="2606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77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Artifacts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docs/analysis/a-idol-requirements.md  —  요구사항 분석서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docs/design/a-idol-architecture.md  —  아키텍처 정의서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docs/design/a-idol-req-definition.md  —  요구사항 정의서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docs/design/a-idol-func-definition.md  —  기능 정의서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docs/design/a-idol-ui-spec.md  —  화면 기획서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docs/design/a-idol-sequence.md  —  시퀀스 다이어그램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43434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docs/design/a-idol-erd.md  —  ERD + DDL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docs/design/a-idol-policy.md  —  정책 정의서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docs/implementation/a-idol-dev-plan.md  —  개발계획서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docs/implementation/a-idol-wbs.md  —  WBS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a-idol-wbs.xlsx  —  WBS + 테스트케이스 (Excel)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Amoeba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A-idol — Project Kickoff</dc:title>
  <dc:subject>PptxGenJS Presentation</dc:subject>
  <dc:creator>Gray Kim</dc:creator>
  <cp:lastModifiedBy>Gray Kim</cp:lastModifiedBy>
  <cp:revision>1</cp:revision>
  <dcterms:created xsi:type="dcterms:W3CDTF">2026-04-17T16:16:24Z</dcterms:created>
  <dcterms:modified xsi:type="dcterms:W3CDTF">2026-04-17T16:16:24Z</dcterms:modified>
</cp:coreProperties>
</file>